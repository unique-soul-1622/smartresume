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Resume Generator Project: An AI-Driven Approach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introduces the Resume Generator Project. It's an AI-driven tool designed to automate resume creation. The goal is to streamline the job application process for everyone.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110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 and Objectives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239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0599" y="3208973"/>
            <a:ext cx="13656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1239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 Resume Creation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96871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an AI tool to generate resumes. Reduce the time and effort needed for job applications.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1239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38581" y="3208973"/>
            <a:ext cx="20395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1239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Tailor Resumes to Job Specs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96871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 resumes based on user inputs. This includes skills, experience, and career aspirations.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90228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4166" y="5987296"/>
            <a:ext cx="20943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902285"/>
            <a:ext cx="30497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Highlight Qualifications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39270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resumes effectively showcase candidate strengths. Accurately represent achievements and capabilities.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81289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in Resume Creation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34105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Time-Consuming Process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a resume can be very long. It requires lots of attention to detail.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935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Highlighting Key Skills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seekers struggle to emphasize the most important things. Making sure that your resume is compelling is really challenging.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34099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Adapting to Different Jobs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Tailoring a resume for each application is hard. You need to highlight different experiences for each job.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49003"/>
            <a:ext cx="63522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AI-Driven Approach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59794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Input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331517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provide their career details.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95882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Analysis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467606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analyzes data and generates content.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319713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Tailored Resume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603694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resume matches each job perfectly.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5370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 and Capabilities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811429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605218"/>
            <a:ext cx="22919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Formatting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5449967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resumes are well-structured.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304" y="3811429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4605218"/>
            <a:ext cx="229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 Extraction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12304" y="5095637"/>
            <a:ext cx="22920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and emphasizes key skills.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4538" y="3811429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4538" y="4605218"/>
            <a:ext cx="22919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Customization Options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4538" y="5449967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users to tweak content and layout.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4628"/>
            <a:ext cx="76677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Generating Tailored Resumes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7430" y="1997035"/>
            <a:ext cx="1614011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97523" y="2585680"/>
            <a:ext cx="11370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88255" y="2223849"/>
            <a:ext cx="18880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Review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88255" y="2714268"/>
            <a:ext cx="18880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content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918115" y="3317081"/>
            <a:ext cx="8861822" cy="15240"/>
          </a:xfrm>
          <a:prstGeom prst="roundRect">
            <a:avLst>
              <a:gd name="adj" fmla="val 625116"/>
            </a:avLst>
          </a:prstGeom>
          <a:solidFill>
            <a:srgbClr val="C0C1D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424" y="3360658"/>
            <a:ext cx="3228022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69425" y="3787378"/>
            <a:ext cx="169902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895261" y="35874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Layout Selection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895261" y="4077891"/>
            <a:ext cx="2865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variety of clean templates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725120" y="4680704"/>
            <a:ext cx="8054816" cy="15240"/>
          </a:xfrm>
          <a:prstGeom prst="roundRect">
            <a:avLst>
              <a:gd name="adj" fmla="val 625116"/>
            </a:avLst>
          </a:prstGeom>
          <a:solidFill>
            <a:srgbClr val="C0C1D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418" y="4724281"/>
            <a:ext cx="484203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67163" y="5151001"/>
            <a:ext cx="17442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702266" y="49510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Content Generation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702266" y="5441513"/>
            <a:ext cx="32982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crafts sections based on data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6532126" y="6044327"/>
            <a:ext cx="7247811" cy="15240"/>
          </a:xfrm>
          <a:prstGeom prst="roundRect">
            <a:avLst>
              <a:gd name="adj" fmla="val 625116"/>
            </a:avLst>
          </a:prstGeom>
          <a:solidFill>
            <a:srgbClr val="C0C1D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4" y="6087904"/>
            <a:ext cx="6456164" cy="13069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62638" y="6514624"/>
            <a:ext cx="18323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509272" y="6314718"/>
            <a:ext cx="25261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Input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509272" y="6805136"/>
            <a:ext cx="25261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job history, skills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6618" y="622340"/>
            <a:ext cx="6351270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00" b="1" spc="-13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Benefits for Job Seekers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76618" y="1666518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09980" y="1899880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Saves Time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9980" y="2387918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Quickly creates professional resumes.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76618" y="3208139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9980" y="3441502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Increases Efficiency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09980" y="3929539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Streamlines the job application process.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76618" y="4749760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9980" y="498312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Enhances Quality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9980" y="5471160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Highlights key qualifications and skills.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76618" y="6291382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9980" y="6524744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Boosts Confidence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09980" y="7012781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Presents a polished and professional image.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2025-02-12T06:34:12Z</dcterms:created>
  <dcterms:modified xsi:type="dcterms:W3CDTF">2025-02-12T06:34:12Z</dcterms:modified>
</cp:coreProperties>
</file>